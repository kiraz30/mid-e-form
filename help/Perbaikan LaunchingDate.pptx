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3EC3D-FA80-4AA4-B123-78EF290368D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FC482-02A7-4F5F-9D33-4AC8CD96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83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3EC3D-FA80-4AA4-B123-78EF290368D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FC482-02A7-4F5F-9D33-4AC8CD96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5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3EC3D-FA80-4AA4-B123-78EF290368D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FC482-02A7-4F5F-9D33-4AC8CD96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9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3EC3D-FA80-4AA4-B123-78EF290368D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FC482-02A7-4F5F-9D33-4AC8CD96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67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3EC3D-FA80-4AA4-B123-78EF290368D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FC482-02A7-4F5F-9D33-4AC8CD96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64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3EC3D-FA80-4AA4-B123-78EF290368D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FC482-02A7-4F5F-9D33-4AC8CD96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02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3EC3D-FA80-4AA4-B123-78EF290368D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FC482-02A7-4F5F-9D33-4AC8CD96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2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3EC3D-FA80-4AA4-B123-78EF290368D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FC482-02A7-4F5F-9D33-4AC8CD96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619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3EC3D-FA80-4AA4-B123-78EF290368D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FC482-02A7-4F5F-9D33-4AC8CD96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54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3EC3D-FA80-4AA4-B123-78EF290368D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FC482-02A7-4F5F-9D33-4AC8CD96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51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3EC3D-FA80-4AA4-B123-78EF290368D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FC482-02A7-4F5F-9D33-4AC8CD96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2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3EC3D-FA80-4AA4-B123-78EF290368D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FC482-02A7-4F5F-9D33-4AC8CD96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25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2" y="446534"/>
            <a:ext cx="7445829" cy="28088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42" y="3726764"/>
            <a:ext cx="7445829" cy="27972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5142" y="77202"/>
            <a:ext cx="890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000" b="1" dirty="0" smtClean="0"/>
              <a:t>Before</a:t>
            </a:r>
            <a:endParaRPr 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9121" y="3370200"/>
            <a:ext cx="7281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000" b="1" dirty="0" smtClean="0"/>
              <a:t>After</a:t>
            </a:r>
            <a:endParaRPr lang="en-US" sz="20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200" y="477312"/>
            <a:ext cx="3407878" cy="277803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200" y="3766900"/>
            <a:ext cx="3765212" cy="292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640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5142" y="77202"/>
            <a:ext cx="890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000" b="1" dirty="0" smtClean="0"/>
              <a:t>Before</a:t>
            </a:r>
            <a:endParaRPr lang="en-US" sz="20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454215"/>
            <a:ext cx="1924050" cy="619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5142" y="1122456"/>
            <a:ext cx="7281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000" b="1" dirty="0" smtClean="0"/>
              <a:t>After</a:t>
            </a:r>
            <a:endParaRPr lang="en-US" sz="2000" b="1" dirty="0"/>
          </a:p>
        </p:txBody>
      </p:sp>
      <p:sp>
        <p:nvSpPr>
          <p:cNvPr id="8" name="Right Arrow 7"/>
          <p:cNvSpPr/>
          <p:nvPr/>
        </p:nvSpPr>
        <p:spPr>
          <a:xfrm rot="5400000">
            <a:off x="1059096" y="2388386"/>
            <a:ext cx="320206" cy="7306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" y="1571682"/>
            <a:ext cx="1924050" cy="97283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5" y="3042858"/>
            <a:ext cx="11172825" cy="2686050"/>
          </a:xfrm>
          <a:prstGeom prst="rect">
            <a:avLst/>
          </a:prstGeom>
        </p:spPr>
      </p:pic>
      <p:cxnSp>
        <p:nvCxnSpPr>
          <p:cNvPr id="12" name="Straight Arrow Connector 11"/>
          <p:cNvCxnSpPr>
            <a:endCxn id="13" idx="0"/>
          </p:cNvCxnSpPr>
          <p:nvPr/>
        </p:nvCxnSpPr>
        <p:spPr>
          <a:xfrm flipH="1">
            <a:off x="1222982" y="3985146"/>
            <a:ext cx="5205114" cy="2057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4738" y="6042584"/>
            <a:ext cx="191648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D" dirty="0" smtClean="0"/>
              <a:t>Export to Excel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615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NB201903-03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Rian Husen</dc:creator>
  <cp:lastModifiedBy>Rian Husen</cp:lastModifiedBy>
  <cp:revision>5</cp:revision>
  <dcterms:created xsi:type="dcterms:W3CDTF">2020-07-23T00:56:12Z</dcterms:created>
  <dcterms:modified xsi:type="dcterms:W3CDTF">2020-07-23T01:13:02Z</dcterms:modified>
</cp:coreProperties>
</file>
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5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8DD5B-82BC-4476-8621-E4E3F99E9E02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D2D64-7A50-41D9-822A-B4D19DB7D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4D2D64-7A50-41D9-822A-B4D19DB7D8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06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00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0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9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0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47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1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2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6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8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41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3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8A8D8-3CB7-401B-A71C-6833A7DFAD67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72B5C-7036-4430-B945-554DC119D9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1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mid39/e-form/dist/login.ph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 smtClean="0"/>
              <a:t>E-Form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 smtClean="0"/>
              <a:t>K2 – </a:t>
            </a:r>
            <a:r>
              <a:rPr lang="en-ID" dirty="0" err="1" smtClean="0"/>
              <a:t>Louncing</a:t>
            </a:r>
            <a:r>
              <a:rPr lang="en-ID" dirty="0" smtClean="0"/>
              <a:t>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37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97933"/>
            <a:ext cx="8229600" cy="773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 smtClean="0"/>
              <a:t>1. </a:t>
            </a:r>
            <a:r>
              <a:rPr lang="en-ID" sz="1800" dirty="0" err="1" smtClean="0"/>
              <a:t>Ketik</a:t>
            </a:r>
            <a:r>
              <a:rPr lang="en-ID" sz="1800" dirty="0" smtClean="0"/>
              <a:t> Address di Browser Chrome / Mozilla </a:t>
            </a:r>
            <a:r>
              <a:rPr lang="en-US" sz="1800" dirty="0" smtClean="0">
                <a:hlinkClick r:id="rId2"/>
              </a:rPr>
              <a:t>http://mid39/e-form/dist/login.php</a:t>
            </a:r>
            <a:endParaRPr lang="en-US" sz="1800" dirty="0"/>
          </a:p>
          <a:p>
            <a:pPr marL="0" indent="0">
              <a:buNone/>
            </a:pPr>
            <a:r>
              <a:rPr lang="en-ID" sz="1800" dirty="0" err="1" smtClean="0"/>
              <a:t>Maka</a:t>
            </a:r>
            <a:r>
              <a:rPr lang="en-ID" sz="1800" dirty="0" smtClean="0"/>
              <a:t> </a:t>
            </a:r>
            <a:r>
              <a:rPr lang="en-ID" sz="1800" dirty="0" err="1" smtClean="0"/>
              <a:t>akan</a:t>
            </a:r>
            <a:r>
              <a:rPr lang="en-ID" sz="1800" dirty="0" smtClean="0"/>
              <a:t> </a:t>
            </a:r>
            <a:r>
              <a:rPr lang="en-ID" sz="1800" dirty="0" err="1" smtClean="0"/>
              <a:t>muncul</a:t>
            </a:r>
            <a:r>
              <a:rPr lang="en-ID" sz="1800" dirty="0" smtClean="0"/>
              <a:t> </a:t>
            </a:r>
            <a:r>
              <a:rPr lang="en-ID" sz="1800" dirty="0" err="1" smtClean="0"/>
              <a:t>halaman</a:t>
            </a:r>
            <a:r>
              <a:rPr lang="en-ID" sz="1800" dirty="0" smtClean="0"/>
              <a:t> </a:t>
            </a:r>
            <a:r>
              <a:rPr lang="en-ID" sz="1800" dirty="0" err="1" smtClean="0"/>
              <a:t>seperti</a:t>
            </a:r>
            <a:r>
              <a:rPr lang="en-ID" sz="1800" dirty="0" smtClean="0"/>
              <a:t> </a:t>
            </a:r>
            <a:r>
              <a:rPr lang="en-ID" sz="1800" dirty="0" err="1" smtClean="0"/>
              <a:t>berikut</a:t>
            </a:r>
            <a:r>
              <a:rPr lang="en-ID" sz="1800" dirty="0" smtClean="0"/>
              <a:t> </a:t>
            </a:r>
            <a:r>
              <a:rPr lang="en-ID" sz="1800" dirty="0" err="1" smtClean="0"/>
              <a:t>ini</a:t>
            </a:r>
            <a:r>
              <a:rPr lang="en-ID" sz="1800" dirty="0" smtClean="0"/>
              <a:t> :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228600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smtClean="0"/>
              <a:t>E-Form / K2 </a:t>
            </a:r>
            <a:r>
              <a:rPr lang="en-US" dirty="0"/>
              <a:t>Launching  </a:t>
            </a:r>
            <a:r>
              <a:rPr lang="en-ID" dirty="0" smtClean="0"/>
              <a:t>Date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1" y="1371600"/>
            <a:ext cx="8642632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ular Callout 4"/>
          <p:cNvSpPr/>
          <p:nvPr/>
        </p:nvSpPr>
        <p:spPr>
          <a:xfrm>
            <a:off x="5257800" y="1981200"/>
            <a:ext cx="2895600" cy="1752600"/>
          </a:xfrm>
          <a:prstGeom prst="wedgeRoundRectCallout">
            <a:avLst>
              <a:gd name="adj1" fmla="val -71014"/>
              <a:gd name="adj2" fmla="val 618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 smtClean="0"/>
              <a:t>Login </a:t>
            </a:r>
            <a:r>
              <a:rPr lang="en-ID" dirty="0" err="1" smtClean="0"/>
              <a:t>Menggunakan</a:t>
            </a:r>
            <a:r>
              <a:rPr lang="en-ID" dirty="0" smtClean="0"/>
              <a:t> </a:t>
            </a:r>
            <a:r>
              <a:rPr lang="en-ID" dirty="0" err="1" smtClean="0"/>
              <a:t>UserDomain</a:t>
            </a:r>
            <a:r>
              <a:rPr lang="en-ID" dirty="0" smtClean="0"/>
              <a:t> </a:t>
            </a:r>
            <a:r>
              <a:rPr lang="en-ID" dirty="0" err="1" smtClean="0"/>
              <a:t>dan</a:t>
            </a:r>
            <a:r>
              <a:rPr lang="en-ID" dirty="0" smtClean="0"/>
              <a:t> Password Domain 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51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04800" y="597933"/>
            <a:ext cx="8229600" cy="4688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/>
              <a:t>2</a:t>
            </a:r>
            <a:r>
              <a:rPr lang="en-ID" sz="1800" dirty="0" smtClean="0"/>
              <a:t>. </a:t>
            </a:r>
            <a:r>
              <a:rPr lang="en-ID" sz="1800" dirty="0" err="1" smtClean="0"/>
              <a:t>Jika</a:t>
            </a:r>
            <a:r>
              <a:rPr lang="en-ID" sz="1800" dirty="0" smtClean="0"/>
              <a:t> </a:t>
            </a:r>
            <a:r>
              <a:rPr lang="en-ID" sz="1800" dirty="0" err="1" smtClean="0"/>
              <a:t>berhasil</a:t>
            </a:r>
            <a:r>
              <a:rPr lang="en-ID" sz="1800" dirty="0" smtClean="0"/>
              <a:t> login </a:t>
            </a:r>
            <a:r>
              <a:rPr lang="en-ID" sz="1800" dirty="0" err="1" smtClean="0"/>
              <a:t>makan</a:t>
            </a:r>
            <a:r>
              <a:rPr lang="en-ID" sz="1800" dirty="0" smtClean="0"/>
              <a:t> </a:t>
            </a:r>
            <a:r>
              <a:rPr lang="en-ID" sz="1800" dirty="0" err="1" smtClean="0"/>
              <a:t>akan</a:t>
            </a:r>
            <a:r>
              <a:rPr lang="en-ID" sz="1800" dirty="0" smtClean="0"/>
              <a:t> </a:t>
            </a:r>
            <a:r>
              <a:rPr lang="en-ID" sz="1800" dirty="0" err="1" smtClean="0"/>
              <a:t>muncul</a:t>
            </a:r>
            <a:r>
              <a:rPr lang="en-ID" sz="1800" dirty="0" smtClean="0"/>
              <a:t> Menu </a:t>
            </a:r>
            <a:r>
              <a:rPr lang="en-ID" sz="1800" dirty="0" err="1" smtClean="0"/>
              <a:t>seperti</a:t>
            </a:r>
            <a:r>
              <a:rPr lang="en-ID" sz="1800" dirty="0" smtClean="0"/>
              <a:t> </a:t>
            </a:r>
            <a:r>
              <a:rPr lang="en-ID" sz="1800" dirty="0" err="1" smtClean="0"/>
              <a:t>dibawah</a:t>
            </a:r>
            <a:r>
              <a:rPr lang="en-ID" sz="1800" dirty="0" smtClean="0"/>
              <a:t> </a:t>
            </a:r>
            <a:r>
              <a:rPr lang="en-ID" sz="1800" dirty="0" err="1" smtClean="0"/>
              <a:t>ini</a:t>
            </a:r>
            <a:r>
              <a:rPr lang="en-ID" sz="1800" dirty="0" smtClean="0"/>
              <a:t> :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228600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smtClean="0"/>
              <a:t>E-Form / K2 </a:t>
            </a:r>
            <a:r>
              <a:rPr lang="en-US" dirty="0"/>
              <a:t>Launching  </a:t>
            </a:r>
            <a:r>
              <a:rPr lang="en-ID" dirty="0" smtClean="0"/>
              <a:t>Date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-2895600" y="-463034"/>
            <a:ext cx="2895600" cy="1752600"/>
          </a:xfrm>
          <a:prstGeom prst="wedgeRoundRectCallout">
            <a:avLst>
              <a:gd name="adj1" fmla="val -71014"/>
              <a:gd name="adj2" fmla="val 618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 smtClean="0"/>
              <a:t>Login </a:t>
            </a:r>
            <a:r>
              <a:rPr lang="en-ID" dirty="0" err="1" smtClean="0"/>
              <a:t>Menggunakan</a:t>
            </a:r>
            <a:r>
              <a:rPr lang="en-ID" dirty="0" smtClean="0"/>
              <a:t> </a:t>
            </a:r>
            <a:r>
              <a:rPr lang="en-ID" dirty="0" err="1" smtClean="0"/>
              <a:t>UserDomain</a:t>
            </a:r>
            <a:r>
              <a:rPr lang="en-ID" dirty="0" smtClean="0"/>
              <a:t> </a:t>
            </a:r>
            <a:r>
              <a:rPr lang="en-ID" dirty="0" err="1" smtClean="0"/>
              <a:t>dan</a:t>
            </a:r>
            <a:r>
              <a:rPr lang="en-ID" dirty="0" smtClean="0"/>
              <a:t> Password Domain Windows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90448"/>
            <a:ext cx="8276071" cy="441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83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04800" y="6096000"/>
            <a:ext cx="8229600" cy="468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597933"/>
            <a:ext cx="8229600" cy="1002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 smtClean="0"/>
              <a:t>3. </a:t>
            </a:r>
            <a:r>
              <a:rPr lang="en-ID" sz="1800" dirty="0" err="1" smtClean="0"/>
              <a:t>Untuk</a:t>
            </a:r>
            <a:r>
              <a:rPr lang="en-ID" sz="1800" dirty="0" smtClean="0"/>
              <a:t> </a:t>
            </a:r>
            <a:r>
              <a:rPr lang="en-ID" sz="1800" dirty="0" err="1" smtClean="0"/>
              <a:t>Menampilkan</a:t>
            </a:r>
            <a:r>
              <a:rPr lang="en-ID" sz="1800" dirty="0" smtClean="0"/>
              <a:t> Resource SP </a:t>
            </a:r>
          </a:p>
          <a:p>
            <a:pPr marL="0" indent="0">
              <a:buNone/>
            </a:pPr>
            <a:r>
              <a:rPr lang="en-ID" sz="1800" dirty="0"/>
              <a:t> </a:t>
            </a:r>
            <a:r>
              <a:rPr lang="en-ID" sz="1800" dirty="0" smtClean="0"/>
              <a:t>    </a:t>
            </a:r>
            <a:r>
              <a:rPr lang="en-ID" sz="1800" dirty="0" err="1" smtClean="0"/>
              <a:t>Pilih</a:t>
            </a:r>
            <a:r>
              <a:rPr lang="en-ID" sz="1800" dirty="0" smtClean="0"/>
              <a:t> Menu </a:t>
            </a:r>
            <a:r>
              <a:rPr lang="en-ID" sz="1800" b="1" dirty="0" smtClean="0"/>
              <a:t>Master Product</a:t>
            </a:r>
            <a:r>
              <a:rPr lang="en-ID" sz="1800" dirty="0" smtClean="0"/>
              <a:t> </a:t>
            </a:r>
            <a:r>
              <a:rPr lang="en-ID" sz="1800" dirty="0" smtClean="0">
                <a:sym typeface="Wingdings" panose="05000000000000000000" pitchFamily="2" charset="2"/>
              </a:rPr>
              <a:t> </a:t>
            </a:r>
            <a:r>
              <a:rPr lang="en-ID" sz="1800" dirty="0" smtClean="0">
                <a:sym typeface="Wingdings" panose="05000000000000000000" pitchFamily="2" charset="2"/>
              </a:rPr>
              <a:t>Master Item</a:t>
            </a:r>
            <a:endParaRPr lang="en-US" sz="1800" b="1" dirty="0" smtClean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228600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smtClean="0"/>
              <a:t>E-Form / K2 </a:t>
            </a:r>
            <a:r>
              <a:rPr lang="en-US" dirty="0"/>
              <a:t>Launching  </a:t>
            </a:r>
            <a:r>
              <a:rPr lang="en-ID" dirty="0" smtClean="0"/>
              <a:t>Date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876800" y="990600"/>
            <a:ext cx="2362200" cy="762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679" y="176050"/>
            <a:ext cx="1548415" cy="13302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11" y="1676400"/>
            <a:ext cx="8498983" cy="452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5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04800" y="597933"/>
            <a:ext cx="8229600" cy="1002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 smtClean="0"/>
              <a:t>4. </a:t>
            </a:r>
            <a:r>
              <a:rPr lang="en-ID" sz="1800" dirty="0" err="1" smtClean="0"/>
              <a:t>Untuk</a:t>
            </a:r>
            <a:r>
              <a:rPr lang="en-ID" sz="1800" dirty="0" smtClean="0"/>
              <a:t> </a:t>
            </a:r>
            <a:r>
              <a:rPr lang="en-ID" sz="1800" dirty="0" err="1" smtClean="0"/>
              <a:t>merubah</a:t>
            </a:r>
            <a:r>
              <a:rPr lang="en-ID" sz="1800" dirty="0" smtClean="0"/>
              <a:t> </a:t>
            </a:r>
            <a:r>
              <a:rPr lang="en-US" sz="1800" dirty="0"/>
              <a:t>Launching  </a:t>
            </a:r>
            <a:r>
              <a:rPr lang="en-US" sz="1800" dirty="0" smtClean="0"/>
              <a:t>Date </a:t>
            </a:r>
            <a:r>
              <a:rPr lang="en-US" sz="1800" dirty="0" err="1" smtClean="0"/>
              <a:t>lakukan</a:t>
            </a:r>
            <a:r>
              <a:rPr lang="en-US" sz="1800" dirty="0" smtClean="0"/>
              <a:t> </a:t>
            </a:r>
            <a:r>
              <a:rPr lang="en-US" sz="1800" dirty="0" err="1" smtClean="0"/>
              <a:t>langkah</a:t>
            </a:r>
            <a:r>
              <a:rPr lang="en-US" sz="1800" dirty="0" smtClean="0"/>
              <a:t> </a:t>
            </a:r>
            <a:r>
              <a:rPr lang="en-US" sz="1800" dirty="0" err="1" smtClean="0"/>
              <a:t>dibawah</a:t>
            </a:r>
            <a:r>
              <a:rPr lang="en-US" sz="1800" dirty="0" smtClean="0"/>
              <a:t> </a:t>
            </a:r>
            <a:r>
              <a:rPr lang="en-US" sz="1800" dirty="0" err="1" smtClean="0"/>
              <a:t>ini</a:t>
            </a:r>
            <a:r>
              <a:rPr lang="en-ID" sz="1800" dirty="0" smtClean="0"/>
              <a:t> </a:t>
            </a:r>
          </a:p>
          <a:p>
            <a:pPr marL="0" indent="0">
              <a:buNone/>
            </a:pPr>
            <a:r>
              <a:rPr lang="en-ID" sz="1800" dirty="0"/>
              <a:t> </a:t>
            </a:r>
            <a:r>
              <a:rPr lang="en-ID" sz="1800" dirty="0" smtClean="0"/>
              <a:t>    </a:t>
            </a:r>
            <a:r>
              <a:rPr lang="en-ID" sz="1800" dirty="0" err="1" smtClean="0"/>
              <a:t>klik</a:t>
            </a:r>
            <a:r>
              <a:rPr lang="en-ID" sz="1800" dirty="0" smtClean="0"/>
              <a:t>          </a:t>
            </a:r>
            <a:r>
              <a:rPr lang="en-ID" sz="1800" dirty="0" err="1" smtClean="0"/>
              <a:t>disetiap</a:t>
            </a:r>
            <a:r>
              <a:rPr lang="en-ID" sz="1800" dirty="0" smtClean="0"/>
              <a:t> </a:t>
            </a:r>
            <a:r>
              <a:rPr lang="en-ID" sz="1800" dirty="0" err="1" smtClean="0"/>
              <a:t>baris</a:t>
            </a:r>
            <a:endParaRPr lang="en-US" sz="1800" b="1" dirty="0" smtClean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228600"/>
            <a:ext cx="2844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smtClean="0"/>
              <a:t>E-Form / K2 </a:t>
            </a:r>
            <a:r>
              <a:rPr lang="en-US" dirty="0"/>
              <a:t>Launching  </a:t>
            </a:r>
            <a:r>
              <a:rPr lang="en-ID" dirty="0" smtClean="0"/>
              <a:t>Date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5600" y="1143000"/>
            <a:ext cx="35052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63"/>
          <a:stretch/>
        </p:blipFill>
        <p:spPr bwMode="auto">
          <a:xfrm>
            <a:off x="6553200" y="533400"/>
            <a:ext cx="619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7" y="940016"/>
            <a:ext cx="352425" cy="30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16621"/>
            <a:ext cx="6821258" cy="3264979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5338762" y="4724400"/>
            <a:ext cx="3048000" cy="1447800"/>
          </a:xfrm>
          <a:prstGeom prst="wedgeRoundRectCallout">
            <a:avLst>
              <a:gd name="adj1" fmla="val -82305"/>
              <a:gd name="adj2" fmla="val -45436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 smtClean="0"/>
              <a:t>Edit </a:t>
            </a:r>
            <a:r>
              <a:rPr lang="en-ID" dirty="0" err="1" smtClean="0"/>
              <a:t>Louncing</a:t>
            </a:r>
            <a:r>
              <a:rPr lang="en-ID" dirty="0" smtClean="0"/>
              <a:t> Date.</a:t>
            </a:r>
            <a:endParaRPr lang="en-US" dirty="0" smtClean="0"/>
          </a:p>
          <a:p>
            <a:pPr algn="ctr"/>
            <a:r>
              <a:rPr lang="en-ID" dirty="0" err="1" smtClean="0"/>
              <a:t>Setelah</a:t>
            </a:r>
            <a:r>
              <a:rPr lang="en-ID" dirty="0" smtClean="0"/>
              <a:t> </a:t>
            </a:r>
            <a:r>
              <a:rPr lang="en-ID" dirty="0" err="1" smtClean="0"/>
              <a:t>itu</a:t>
            </a:r>
            <a:r>
              <a:rPr lang="en-ID" dirty="0" smtClean="0"/>
              <a:t> </a:t>
            </a:r>
            <a:r>
              <a:rPr lang="en-ID" dirty="0" err="1" smtClean="0"/>
              <a:t>klik</a:t>
            </a:r>
            <a:r>
              <a:rPr lang="en-ID" dirty="0" smtClean="0"/>
              <a:t> Save</a:t>
            </a:r>
          </a:p>
        </p:txBody>
      </p:sp>
    </p:spTree>
    <p:extLst>
      <p:ext uri="{BB962C8B-B14F-4D97-AF65-F5344CB8AC3E}">
        <p14:creationId xmlns:p14="http://schemas.microsoft.com/office/powerpoint/2010/main" val="388313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96</Words>
  <Application>Microsoft Office PowerPoint</Application>
  <PresentationFormat>On-screen Show (4:3)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E-Form</vt:lpstr>
      <vt:lpstr>PowerPoint Presentation</vt:lpstr>
      <vt:lpstr>PowerPoint Presentation</vt:lpstr>
      <vt:lpstr>PowerPoint Presentation</vt:lpstr>
      <vt:lpstr>PowerPoint Presentation</vt:lpstr>
    </vt:vector>
  </TitlesOfParts>
  <Company>NB201903-03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E-Form</dc:title>
  <dc:creator>Rian Husen</dc:creator>
  <cp:lastModifiedBy>Rian Husen</cp:lastModifiedBy>
  <cp:revision>8</cp:revision>
  <dcterms:created xsi:type="dcterms:W3CDTF">2020-04-06T03:08:55Z</dcterms:created>
  <dcterms:modified xsi:type="dcterms:W3CDTF">2020-07-21T02:13:06Z</dcterms:modified>
</cp:coreProperties>
</file>
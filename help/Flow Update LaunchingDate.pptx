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8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9CAB4-491A-41CC-AEC7-7C115FD7B3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E1A40-9CBF-49A3-B091-AFFE3C0C1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174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9CAB4-491A-41CC-AEC7-7C115FD7B3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E1A40-9CBF-49A3-B091-AFFE3C0C1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880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9CAB4-491A-41CC-AEC7-7C115FD7B3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E1A40-9CBF-49A3-B091-AFFE3C0C1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72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9CAB4-491A-41CC-AEC7-7C115FD7B3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E1A40-9CBF-49A3-B091-AFFE3C0C1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336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9CAB4-491A-41CC-AEC7-7C115FD7B3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E1A40-9CBF-49A3-B091-AFFE3C0C1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058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9CAB4-491A-41CC-AEC7-7C115FD7B3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E1A40-9CBF-49A3-B091-AFFE3C0C1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67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9CAB4-491A-41CC-AEC7-7C115FD7B3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E1A40-9CBF-49A3-B091-AFFE3C0C1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654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9CAB4-491A-41CC-AEC7-7C115FD7B3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E1A40-9CBF-49A3-B091-AFFE3C0C1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49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9CAB4-491A-41CC-AEC7-7C115FD7B3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E1A40-9CBF-49A3-B091-AFFE3C0C1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729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9CAB4-491A-41CC-AEC7-7C115FD7B3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E1A40-9CBF-49A3-B091-AFFE3C0C1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953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9CAB4-491A-41CC-AEC7-7C115FD7B3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E1A40-9CBF-49A3-B091-AFFE3C0C1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325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9CAB4-491A-41CC-AEC7-7C115FD7B3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E1A40-9CBF-49A3-B091-AFFE3C0C1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4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68" y="827313"/>
            <a:ext cx="11073665" cy="53122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2168" y="217715"/>
            <a:ext cx="3042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 smtClean="0"/>
              <a:t>Flow Update </a:t>
            </a:r>
            <a:r>
              <a:rPr lang="en-ID" b="1" dirty="0" err="1" smtClean="0"/>
              <a:t>Laounching</a:t>
            </a:r>
            <a:r>
              <a:rPr lang="en-ID" b="1" dirty="0" smtClean="0"/>
              <a:t> Date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23724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4" y="597617"/>
            <a:ext cx="10667999" cy="62603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2168" y="217715"/>
            <a:ext cx="3042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 smtClean="0"/>
              <a:t>Flow Update </a:t>
            </a:r>
            <a:r>
              <a:rPr lang="en-ID" b="1" dirty="0" err="1" smtClean="0"/>
              <a:t>Laounching</a:t>
            </a:r>
            <a:r>
              <a:rPr lang="en-ID" b="1" dirty="0" smtClean="0"/>
              <a:t> Date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28852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>NB201903-03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Rian Husen</dc:creator>
  <cp:lastModifiedBy>Rian Husen</cp:lastModifiedBy>
  <cp:revision>1</cp:revision>
  <dcterms:created xsi:type="dcterms:W3CDTF">2020-08-05T01:28:39Z</dcterms:created>
  <dcterms:modified xsi:type="dcterms:W3CDTF">2020-08-05T01:29:47Z</dcterms:modified>
</cp:coreProperties>
</file>